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Document extraction test suite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Tests presentation file extraction</a:t>
            </a:r>
          </a:p>
          <a:p>
            <a:pPr lvl="0"/>
            <a:r>
              <a:rPr/>
              <a:t>Covers pptx and odp formats</a:t>
            </a:r>
          </a:p>
          <a:p>
            <a:pPr lvl="0"/>
            <a:r>
              <a:rPr/>
              <a:t>Verifies rendering in the application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Supports slide titles</a:t>
            </a:r>
          </a:p>
          <a:p>
            <a:pPr lvl="0"/>
            <a:r>
              <a:rPr/>
              <a:t>Supports bullet lists</a:t>
            </a:r>
          </a:p>
          <a:p>
            <a:pPr lvl="0"/>
            <a:r>
              <a:rPr/>
              <a:t>Supports multiple slides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this text is extracted correctly, the pipeline works for this format.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2026-07-09T08:15:14Z</dcterms:created>
  <dcterms:modified xsi:type="dcterms:W3CDTF">2026-07-09T08:15:14Z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